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54864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8"/>
  </p:normalViewPr>
  <p:slideViewPr>
    <p:cSldViewPr snapToGrid="0">
      <p:cViewPr>
        <p:scale>
          <a:sx n="196" d="100"/>
          <a:sy n="196" d="100"/>
        </p:scale>
        <p:origin x="15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598593"/>
            <a:ext cx="466344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21087"/>
            <a:ext cx="41148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2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7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911861"/>
            <a:ext cx="473202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447714"/>
            <a:ext cx="473202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8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973666"/>
            <a:ext cx="233172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9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4734"/>
            <a:ext cx="473202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896620"/>
            <a:ext cx="232100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336040"/>
            <a:ext cx="232100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896620"/>
            <a:ext cx="2332435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336040"/>
            <a:ext cx="2332435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1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0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526627"/>
            <a:ext cx="277749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7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840"/>
            <a:ext cx="176950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526627"/>
            <a:ext cx="277749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097280"/>
            <a:ext cx="176950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1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94733"/>
            <a:ext cx="118300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94733"/>
            <a:ext cx="348043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6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94734"/>
            <a:ext cx="473202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973666"/>
            <a:ext cx="473202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967E6-AEBA-6243-883F-AFDAD1E47229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3390054"/>
            <a:ext cx="18516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CC9EB-3AFA-564B-8C34-B6491A974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>
            <a:extLst>
              <a:ext uri="{FF2B5EF4-FFF2-40B4-BE49-F238E27FC236}">
                <a16:creationId xmlns:a16="http://schemas.microsoft.com/office/drawing/2014/main" id="{E24F577F-D50A-3C95-DA7C-074494F6A5E3}"/>
              </a:ext>
            </a:extLst>
          </p:cNvPr>
          <p:cNvSpPr/>
          <p:nvPr/>
        </p:nvSpPr>
        <p:spPr>
          <a:xfrm>
            <a:off x="1831274" y="1378121"/>
            <a:ext cx="157656" cy="1844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23175A-19CD-7D32-CD1B-66B777E0CE6D}"/>
              </a:ext>
            </a:extLst>
          </p:cNvPr>
          <p:cNvSpPr/>
          <p:nvPr/>
        </p:nvSpPr>
        <p:spPr>
          <a:xfrm>
            <a:off x="2604087" y="702006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2D6F0-5E34-D0E3-41ED-29D4EDC3913F}"/>
              </a:ext>
            </a:extLst>
          </p:cNvPr>
          <p:cNvSpPr/>
          <p:nvPr/>
        </p:nvSpPr>
        <p:spPr>
          <a:xfrm>
            <a:off x="2604087" y="1023353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AE42F-11D4-D9CB-01A7-F6F590A68012}"/>
              </a:ext>
            </a:extLst>
          </p:cNvPr>
          <p:cNvSpPr/>
          <p:nvPr/>
        </p:nvSpPr>
        <p:spPr>
          <a:xfrm>
            <a:off x="2604087" y="1344698"/>
            <a:ext cx="217844" cy="21784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8614B-75BF-6C77-24E7-81248014180F}"/>
              </a:ext>
            </a:extLst>
          </p:cNvPr>
          <p:cNvSpPr/>
          <p:nvPr/>
        </p:nvSpPr>
        <p:spPr>
          <a:xfrm>
            <a:off x="2604087" y="1666045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888-12C9-39BD-FD26-DBA614554194}"/>
              </a:ext>
            </a:extLst>
          </p:cNvPr>
          <p:cNvSpPr/>
          <p:nvPr/>
        </p:nvSpPr>
        <p:spPr>
          <a:xfrm>
            <a:off x="2604087" y="1987390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799829-6257-07EB-3FF3-9D81AC3B6665}"/>
              </a:ext>
            </a:extLst>
          </p:cNvPr>
          <p:cNvSpPr/>
          <p:nvPr/>
        </p:nvSpPr>
        <p:spPr>
          <a:xfrm>
            <a:off x="2604087" y="2732246"/>
            <a:ext cx="21784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6C0B6-CF44-E46C-60D4-EE9610FA4CFE}"/>
              </a:ext>
            </a:extLst>
          </p:cNvPr>
          <p:cNvSpPr/>
          <p:nvPr/>
        </p:nvSpPr>
        <p:spPr>
          <a:xfrm>
            <a:off x="2951558" y="702005"/>
            <a:ext cx="1584448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D9134-65FD-689B-FC87-ABAA879EA738}"/>
              </a:ext>
            </a:extLst>
          </p:cNvPr>
          <p:cNvSpPr/>
          <p:nvPr/>
        </p:nvSpPr>
        <p:spPr>
          <a:xfrm>
            <a:off x="2951556" y="1023353"/>
            <a:ext cx="1584448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B63C2-88B0-8E32-2129-97DC63094E25}"/>
              </a:ext>
            </a:extLst>
          </p:cNvPr>
          <p:cNvSpPr/>
          <p:nvPr/>
        </p:nvSpPr>
        <p:spPr>
          <a:xfrm>
            <a:off x="2951558" y="1344698"/>
            <a:ext cx="1103736" cy="217844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1172BD-B710-CF49-8203-82700585A92C}"/>
              </a:ext>
            </a:extLst>
          </p:cNvPr>
          <p:cNvSpPr/>
          <p:nvPr/>
        </p:nvSpPr>
        <p:spPr>
          <a:xfrm>
            <a:off x="2951557" y="1666045"/>
            <a:ext cx="852930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3CF0DC-9A9E-F6BD-5A6D-DF2B77F72F7E}"/>
              </a:ext>
            </a:extLst>
          </p:cNvPr>
          <p:cNvSpPr/>
          <p:nvPr/>
        </p:nvSpPr>
        <p:spPr>
          <a:xfrm>
            <a:off x="2951556" y="2732246"/>
            <a:ext cx="319964" cy="2178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506967-C68D-D323-1F1D-1E28C7934F5E}"/>
                  </a:ext>
                </a:extLst>
              </p:cNvPr>
              <p:cNvSpPr txBox="1"/>
              <p:nvPr/>
            </p:nvSpPr>
            <p:spPr>
              <a:xfrm>
                <a:off x="106577" y="806678"/>
                <a:ext cx="2046514" cy="266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zpl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𝒽</m:t>
                          </m:r>
                          <m:d>
                            <m:dPr>
                              <m:ctrlPr>
                                <a:rPr lang="en-US" sz="1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</m:e>
                          </m:d>
                        </m:e>
                      </m:d>
                      <m:r>
                        <a:rPr lang="en-US" sz="1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506967-C68D-D323-1F1D-1E28C793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7" y="806678"/>
                <a:ext cx="2046514" cy="266035"/>
              </a:xfrm>
              <a:prstGeom prst="rect">
                <a:avLst/>
              </a:prstGeom>
              <a:blipFill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165D48-DCAA-1E11-926B-BD8A13313C6B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821929" y="810927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10FC18-706F-7EB1-6AE1-CE6CA3516C0D}"/>
              </a:ext>
            </a:extLst>
          </p:cNvPr>
          <p:cNvCxnSpPr>
            <a:cxnSpLocks/>
          </p:cNvCxnSpPr>
          <p:nvPr/>
        </p:nvCxnSpPr>
        <p:spPr>
          <a:xfrm flipV="1">
            <a:off x="2821929" y="1132274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A12EF1-F6E0-07B6-B3F5-4867795DEFDF}"/>
              </a:ext>
            </a:extLst>
          </p:cNvPr>
          <p:cNvCxnSpPr>
            <a:cxnSpLocks/>
          </p:cNvCxnSpPr>
          <p:nvPr/>
        </p:nvCxnSpPr>
        <p:spPr>
          <a:xfrm flipV="1">
            <a:off x="2821929" y="1453622"/>
            <a:ext cx="129630" cy="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812C66-30BB-9553-BAE2-58FAAFD024F9}"/>
              </a:ext>
            </a:extLst>
          </p:cNvPr>
          <p:cNvCxnSpPr>
            <a:cxnSpLocks/>
          </p:cNvCxnSpPr>
          <p:nvPr/>
        </p:nvCxnSpPr>
        <p:spPr>
          <a:xfrm flipV="1">
            <a:off x="2821929" y="1774966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D4EF4D-AFDE-118C-D242-AC0DFA2EBA0A}"/>
              </a:ext>
            </a:extLst>
          </p:cNvPr>
          <p:cNvCxnSpPr>
            <a:cxnSpLocks/>
          </p:cNvCxnSpPr>
          <p:nvPr/>
        </p:nvCxnSpPr>
        <p:spPr>
          <a:xfrm flipV="1">
            <a:off x="2821929" y="2841170"/>
            <a:ext cx="12963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D9FBA2-E5B7-A203-DB49-E917710BC8AA}"/>
                  </a:ext>
                </a:extLst>
              </p:cNvPr>
              <p:cNvSpPr txBox="1"/>
              <p:nvPr/>
            </p:nvSpPr>
            <p:spPr>
              <a:xfrm>
                <a:off x="2521220" y="691563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CD9FBA2-E5B7-A203-DB49-E917710BC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0" y="691563"/>
                <a:ext cx="38357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E3CC14-69D9-1CBE-248D-25A88364B30A}"/>
                  </a:ext>
                </a:extLst>
              </p:cNvPr>
              <p:cNvSpPr txBox="1"/>
              <p:nvPr/>
            </p:nvSpPr>
            <p:spPr>
              <a:xfrm>
                <a:off x="2521221" y="1012911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E3CC14-69D9-1CBE-248D-25A88364B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012911"/>
                <a:ext cx="383570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81F30A-EA47-D9E9-0C2E-BAEF6261449F}"/>
                  </a:ext>
                </a:extLst>
              </p:cNvPr>
              <p:cNvSpPr txBox="1"/>
              <p:nvPr/>
            </p:nvSpPr>
            <p:spPr>
              <a:xfrm>
                <a:off x="2521221" y="1334255"/>
                <a:ext cx="38357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81F30A-EA47-D9E9-0C2E-BAEF62614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334255"/>
                <a:ext cx="383570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CACC63-C2C7-A877-C0FE-AC81F1FF4D40}"/>
                  </a:ext>
                </a:extLst>
              </p:cNvPr>
              <p:cNvSpPr txBox="1"/>
              <p:nvPr/>
            </p:nvSpPr>
            <p:spPr>
              <a:xfrm>
                <a:off x="2521221" y="1655599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CACC63-C2C7-A877-C0FE-AC81F1FF4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655599"/>
                <a:ext cx="383570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BFA164-46E7-00FB-7CDF-CCD4AA85E500}"/>
                  </a:ext>
                </a:extLst>
              </p:cNvPr>
              <p:cNvSpPr txBox="1"/>
              <p:nvPr/>
            </p:nvSpPr>
            <p:spPr>
              <a:xfrm>
                <a:off x="2521221" y="1973207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8BFA164-46E7-00FB-7CDF-CCD4AA85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1" y="1973207"/>
                <a:ext cx="38357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321F9-9DA1-2250-5A92-0711572D31DA}"/>
                  </a:ext>
                </a:extLst>
              </p:cNvPr>
              <p:cNvSpPr txBox="1"/>
              <p:nvPr/>
            </p:nvSpPr>
            <p:spPr>
              <a:xfrm>
                <a:off x="2521220" y="2714319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321F9-9DA1-2250-5A92-0711572D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20" y="2714319"/>
                <a:ext cx="383570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AEA2AD4-F887-D8EF-0EF2-A2CD1953FF5D}"/>
              </a:ext>
            </a:extLst>
          </p:cNvPr>
          <p:cNvGrpSpPr/>
          <p:nvPr/>
        </p:nvGrpSpPr>
        <p:grpSpPr>
          <a:xfrm>
            <a:off x="1721735" y="702011"/>
            <a:ext cx="383574" cy="2268973"/>
            <a:chOff x="3126333" y="1001234"/>
            <a:chExt cx="383574" cy="22689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BC43F-E00E-3DF2-CAD2-7274DB50BF5E}"/>
                    </a:ext>
                  </a:extLst>
                </p:cNvPr>
                <p:cNvSpPr txBox="1"/>
                <p:nvPr/>
              </p:nvSpPr>
              <p:spPr>
                <a:xfrm>
                  <a:off x="3126337" y="1001234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BC43F-E00E-3DF2-CAD2-7274DB50B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7" y="1001234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2FB317-E897-103B-49CB-14E633AC424A}"/>
                    </a:ext>
                  </a:extLst>
                </p:cNvPr>
                <p:cNvSpPr txBox="1"/>
                <p:nvPr/>
              </p:nvSpPr>
              <p:spPr>
                <a:xfrm>
                  <a:off x="3126335" y="1322578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2FB317-E897-103B-49CB-14E633AC4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322578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A77259-E729-C2C4-02AF-17AFEE86D417}"/>
                    </a:ext>
                  </a:extLst>
                </p:cNvPr>
                <p:cNvSpPr txBox="1"/>
                <p:nvPr/>
              </p:nvSpPr>
              <p:spPr>
                <a:xfrm>
                  <a:off x="3126335" y="1643922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A77259-E729-C2C4-02AF-17AFEE86D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643922"/>
                  <a:ext cx="383570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7D26C9E-7E94-7270-5BFF-5B7601ED60D2}"/>
                    </a:ext>
                  </a:extLst>
                </p:cNvPr>
                <p:cNvSpPr txBox="1"/>
                <p:nvPr/>
              </p:nvSpPr>
              <p:spPr>
                <a:xfrm>
                  <a:off x="3126335" y="1965266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7D26C9E-7E94-7270-5BFF-5B7601ED6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1965266"/>
                  <a:ext cx="383570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BD82B2A-4509-7AA2-11EE-4C19871B47F1}"/>
                    </a:ext>
                  </a:extLst>
                </p:cNvPr>
                <p:cNvSpPr txBox="1"/>
                <p:nvPr/>
              </p:nvSpPr>
              <p:spPr>
                <a:xfrm>
                  <a:off x="3126335" y="2282873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BD82B2A-4509-7AA2-11EE-4C19871B4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5" y="2282873"/>
                  <a:ext cx="383570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0C01A5-4EC6-F0AC-03BB-0E30E48AF17B}"/>
                    </a:ext>
                  </a:extLst>
                </p:cNvPr>
                <p:cNvSpPr txBox="1"/>
                <p:nvPr/>
              </p:nvSpPr>
              <p:spPr>
                <a:xfrm>
                  <a:off x="3126333" y="3023985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80C01A5-4EC6-F0AC-03BB-0E30E48AF1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333" y="3023985"/>
                  <a:ext cx="383570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A64C84-571D-4FE9-3B30-8ED701B1090D}"/>
                </a:ext>
              </a:extLst>
            </p:cNvPr>
            <p:cNvSpPr/>
            <p:nvPr/>
          </p:nvSpPr>
          <p:spPr>
            <a:xfrm>
              <a:off x="3235873" y="1011678"/>
              <a:ext cx="157656" cy="224808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3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0198FB-1A8A-B828-228D-AA4C26FD72A6}"/>
                    </a:ext>
                  </a:extLst>
                </p:cNvPr>
                <p:cNvSpPr txBox="1"/>
                <p:nvPr/>
              </p:nvSpPr>
              <p:spPr>
                <a:xfrm rot="5400000">
                  <a:off x="3159317" y="2620088"/>
                  <a:ext cx="38357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. .</m:t>
                        </m:r>
                      </m:oMath>
                    </m:oMathPara>
                  </a14:m>
                  <a:endParaRPr lang="en-US" sz="10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F0198FB-1A8A-B828-228D-AA4C26FD7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59317" y="2620088"/>
                  <a:ext cx="383570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0DE1F-FD46-A551-6F97-A32EBC422C68}"/>
                  </a:ext>
                </a:extLst>
              </p:cNvPr>
              <p:cNvSpPr txBox="1"/>
              <p:nvPr/>
            </p:nvSpPr>
            <p:spPr>
              <a:xfrm rot="5400000">
                <a:off x="2713004" y="2353931"/>
                <a:ext cx="38357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en-US" sz="1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0DE1F-FD46-A551-6F97-A32EBC422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713004" y="2353931"/>
                <a:ext cx="383570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26E716-227B-472E-ADAC-DDC9C7D75417}"/>
                  </a:ext>
                </a:extLst>
              </p:cNvPr>
              <p:cNvSpPr txBox="1"/>
              <p:nvPr/>
            </p:nvSpPr>
            <p:spPr>
              <a:xfrm>
                <a:off x="-62086" y="1532485"/>
                <a:ext cx="56950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26E716-227B-472E-ADAC-DDC9C7D75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086" y="1532485"/>
                <a:ext cx="569504" cy="246221"/>
              </a:xfrm>
              <a:prstGeom prst="rect">
                <a:avLst/>
              </a:prstGeom>
              <a:blipFill>
                <a:blip r:embed="rId1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6542D6-1504-3234-65A0-532BF8ACF237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507418" y="1655595"/>
            <a:ext cx="1213284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76D7A3-D92F-EF43-A640-B0D93DB28E71}"/>
                  </a:ext>
                </a:extLst>
              </p:cNvPr>
              <p:cNvSpPr txBox="1"/>
              <p:nvPr/>
            </p:nvSpPr>
            <p:spPr>
              <a:xfrm>
                <a:off x="548047" y="1419819"/>
                <a:ext cx="113202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Hash function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𝒽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76D7A3-D92F-EF43-A640-B0D93DB28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47" y="1419819"/>
                <a:ext cx="1132026" cy="246221"/>
              </a:xfrm>
              <a:prstGeom prst="rect">
                <a:avLst/>
              </a:prstGeom>
              <a:blipFill>
                <a:blip r:embed="rId15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Left Brace 52">
            <a:extLst>
              <a:ext uri="{FF2B5EF4-FFF2-40B4-BE49-F238E27FC236}">
                <a16:creationId xmlns:a16="http://schemas.microsoft.com/office/drawing/2014/main" id="{7E644FB9-13F3-0762-8C20-E4386CA6B708}"/>
              </a:ext>
            </a:extLst>
          </p:cNvPr>
          <p:cNvSpPr/>
          <p:nvPr/>
        </p:nvSpPr>
        <p:spPr>
          <a:xfrm>
            <a:off x="1579300" y="715090"/>
            <a:ext cx="157656" cy="468912"/>
          </a:xfrm>
          <a:prstGeom prst="leftBrace">
            <a:avLst>
              <a:gd name="adj1" fmla="val 29786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p:sp>
        <p:nvSpPr>
          <p:cNvPr id="54" name="Left Brace 53">
            <a:extLst>
              <a:ext uri="{FF2B5EF4-FFF2-40B4-BE49-F238E27FC236}">
                <a16:creationId xmlns:a16="http://schemas.microsoft.com/office/drawing/2014/main" id="{F4A958C5-FBCE-87A4-5D88-BC3EEB37641D}"/>
              </a:ext>
            </a:extLst>
          </p:cNvPr>
          <p:cNvSpPr/>
          <p:nvPr/>
        </p:nvSpPr>
        <p:spPr>
          <a:xfrm rot="16200000">
            <a:off x="1851122" y="2869584"/>
            <a:ext cx="157656" cy="468912"/>
          </a:xfrm>
          <a:prstGeom prst="leftBrace">
            <a:avLst>
              <a:gd name="adj1" fmla="val 29786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523A0F-7507-F31A-81D1-3DC0C7442CFC}"/>
                  </a:ext>
                </a:extLst>
              </p:cNvPr>
              <p:cNvSpPr txBox="1"/>
              <p:nvPr/>
            </p:nvSpPr>
            <p:spPr>
              <a:xfrm>
                <a:off x="1281078" y="3214918"/>
                <a:ext cx="12795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𝒽</m:t>
                      </m:r>
                      <m:d>
                        <m:dPr>
                          <m:ctrlPr>
                            <a:rPr lang="en-US" sz="1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=00101…1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B523A0F-7507-F31A-81D1-3DC0C7442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78" y="3214918"/>
                <a:ext cx="1279592" cy="246221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5593F9B-3D49-A234-88A0-B0C1C80A5392}"/>
                  </a:ext>
                </a:extLst>
              </p:cNvPr>
              <p:cNvSpPr txBox="1"/>
              <p:nvPr/>
            </p:nvSpPr>
            <p:spPr>
              <a:xfrm>
                <a:off x="1281078" y="3383635"/>
                <a:ext cx="127959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Number of bits =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5593F9B-3D49-A234-88A0-B0C1C80A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78" y="3383635"/>
                <a:ext cx="1279592" cy="246221"/>
              </a:xfrm>
              <a:prstGeom prst="rect">
                <a:avLst/>
              </a:prstGeom>
              <a:blipFill>
                <a:blip r:embed="rId1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E2BD6E9-BB01-6193-F0D9-F4D2E3D98E7F}"/>
              </a:ext>
            </a:extLst>
          </p:cNvPr>
          <p:cNvCxnSpPr>
            <a:cxnSpLocks/>
          </p:cNvCxnSpPr>
          <p:nvPr/>
        </p:nvCxnSpPr>
        <p:spPr>
          <a:xfrm flipV="1">
            <a:off x="2083941" y="1467803"/>
            <a:ext cx="455366" cy="2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1FE5A3B-A022-F583-0B1F-B7805F995302}"/>
                  </a:ext>
                </a:extLst>
              </p:cNvPr>
              <p:cNvSpPr txBox="1"/>
              <p:nvPr/>
            </p:nvSpPr>
            <p:spPr>
              <a:xfrm>
                <a:off x="1650882" y="1260760"/>
                <a:ext cx="12795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00B050"/>
                    </a:solidFill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nsert</m:t>
                    </m:r>
                    <m:r>
                      <a:rPr lang="en-US" sz="10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00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here</m:t>
                      </m:r>
                    </m:oMath>
                  </m:oMathPara>
                </a14:m>
                <a:endParaRPr lang="en-US" sz="1000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1FE5A3B-A022-F583-0B1F-B7805F995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882" y="1260760"/>
                <a:ext cx="1279592" cy="400110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ight Brace 65">
            <a:extLst>
              <a:ext uri="{FF2B5EF4-FFF2-40B4-BE49-F238E27FC236}">
                <a16:creationId xmlns:a16="http://schemas.microsoft.com/office/drawing/2014/main" id="{C3E86C3F-3FB8-4359-D045-146D28F3AF7C}"/>
              </a:ext>
            </a:extLst>
          </p:cNvPr>
          <p:cNvSpPr/>
          <p:nvPr/>
        </p:nvSpPr>
        <p:spPr>
          <a:xfrm>
            <a:off x="4582772" y="712449"/>
            <a:ext cx="246220" cy="2258530"/>
          </a:xfrm>
          <a:prstGeom prst="rightBrace">
            <a:avLst>
              <a:gd name="adj1" fmla="val 36654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0413EF-09D6-9B35-BB92-18C3A442F5DF}"/>
                  </a:ext>
                </a:extLst>
              </p:cNvPr>
              <p:cNvSpPr txBox="1"/>
              <p:nvPr/>
            </p:nvSpPr>
            <p:spPr>
              <a:xfrm>
                <a:off x="4567474" y="1656558"/>
                <a:ext cx="11694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Number of </a:t>
                </a:r>
              </a:p>
              <a:p>
                <a:pPr algn="ctr"/>
                <a:r>
                  <a:rPr lang="en-US" sz="1000" dirty="0"/>
                  <a:t>buckets = 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D0413EF-09D6-9B35-BB92-18C3A442F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474" y="1656558"/>
                <a:ext cx="1169450" cy="400110"/>
              </a:xfrm>
              <a:prstGeom prst="rect">
                <a:avLst/>
              </a:prstGeom>
              <a:blipFill>
                <a:blip r:embed="rId1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ight Brace 67">
            <a:extLst>
              <a:ext uri="{FF2B5EF4-FFF2-40B4-BE49-F238E27FC236}">
                <a16:creationId xmlns:a16="http://schemas.microsoft.com/office/drawing/2014/main" id="{835C0385-67BF-7E28-E02D-F5CDDB56C40D}"/>
              </a:ext>
            </a:extLst>
          </p:cNvPr>
          <p:cNvSpPr/>
          <p:nvPr/>
        </p:nvSpPr>
        <p:spPr>
          <a:xfrm rot="16200000">
            <a:off x="3637194" y="-265549"/>
            <a:ext cx="213172" cy="1584450"/>
          </a:xfrm>
          <a:prstGeom prst="rightBrace">
            <a:avLst>
              <a:gd name="adj1" fmla="val 54088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3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7BFCFB-8A6B-14E2-166C-A6266AE9B65A}"/>
                  </a:ext>
                </a:extLst>
              </p:cNvPr>
              <p:cNvSpPr txBox="1"/>
              <p:nvPr/>
            </p:nvSpPr>
            <p:spPr>
              <a:xfrm>
                <a:off x="3091792" y="43085"/>
                <a:ext cx="12795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Maximum capacity of buckets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dirty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A7BFCFB-8A6B-14E2-166C-A6266AE9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792" y="43085"/>
                <a:ext cx="1279592" cy="400110"/>
              </a:xfrm>
              <a:prstGeom prst="rect">
                <a:avLst/>
              </a:prstGeom>
              <a:blipFill>
                <a:blip r:embed="rId20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81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49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Rahman Hera, Mahmudur</dc:creator>
  <cp:lastModifiedBy>Rahman Hera, Mahmudur</cp:lastModifiedBy>
  <cp:revision>3</cp:revision>
  <dcterms:created xsi:type="dcterms:W3CDTF">2025-11-15T11:19:22Z</dcterms:created>
  <dcterms:modified xsi:type="dcterms:W3CDTF">2025-11-19T17:02:33Z</dcterms:modified>
</cp:coreProperties>
</file>